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600000" cy="54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Présentez le nom, la baseline et le slogan.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Décrivez le chaos documentaire vécu par les TPE et freelances.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Décrivez le pipeline complet.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Mettez en avant la promesse marketing.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Présentez la persona et ses attentes.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Présentez le modèle OMFR.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Parlez de l'origine, des valeurs et de la personnalité.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Expliquez brièvement chacune des étapes.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Montrez le moodboard et décrivez l'ambiance.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Expliquez les versions claire, sombre et monochrome.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Décrivez les couleurs et les tailles de polices.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Justifiez chaque canal.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Expliquez le carrousel LinkedIn.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Décrivez le contenu de la vidéo et la couverture.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Présentez le tweet et l'image.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Discutez des risques et des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Classe, retrouve, répond.</a:t>
            </a:r>
          </a:p>
          <a:p>
            <a:r>
              <a:t>Stop au bazar admin, bonjour la clarté.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Problème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Chaos documentaire : fichiers mal nommés, dossiers ingérables, recherche pénible, peur de perdre un PDF.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Pipeline unifié : Renommer → Classer → Indexer (FTS) → Q/R avec source. 100% local.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Promesse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Secrétaire local qui renomme, classe et indexe vos documents, puis répond à vos questions avec la source – 1 clic, 0 cloud, 0 friction.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Cœur de cible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• Indépendants, freelances, TPE de services.</a:t>
            </a:r>
          </a:p>
          <a:p>
            <a:r>
              <a:t>• Personnalité : pragmatiques, pressés, no‑BS.</a:t>
            </a:r>
          </a:p>
          <a:p>
            <a:r>
              <a:t>• Intérêts : productivité, workflow hors‑ligne, conformité basique.</a:t>
            </a:r>
          </a:p>
          <a:p>
            <a:r>
              <a:t>• Motivations : gagner du temps, retrouver en 3 s, preuve sourcée.</a:t>
            </a:r>
          </a:p>
          <a:p>
            <a:r>
              <a:t>• Frustrations : chaos de fichiers, dossiers ingérables, recherche pénible.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– OMFR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• Observation : "Mon disque est un chaos, je perds mes factures."</a:t>
            </a:r>
          </a:p>
          <a:p>
            <a:r>
              <a:t>• Motivation : "Je veux tout retrouver instantanément."</a:t>
            </a:r>
          </a:p>
          <a:p>
            <a:r>
              <a:t>• Frein : "Je ne veux ni SaaS ni paramétrage complexe."</a:t>
            </a:r>
          </a:p>
          <a:p>
            <a:r>
              <a:t>• Réponse : Application locale ; 1 clic → Renommer / Classer / Indexer / Q/R sourcée.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Positionnement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Histoire : né du vécu d’indés et de TPE noyés sous les PDF.</a:t>
            </a:r>
          </a:p>
          <a:p>
            <a:r>
              <a:t>Valeurs : Clarté, Sobriété, Confidentialité, Fiabilité, Rapidité.</a:t>
            </a:r>
          </a:p>
          <a:p>
            <a:r>
              <a:t>Personnalité : posée, méthodique, “ça marche”.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7 étapes (Amandine)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1. Problème &amp; insight : chaos, temps perdu.</a:t>
            </a:r>
          </a:p>
          <a:p>
            <a:r>
              <a:t>2. Cible &amp; usages : indés/TPE ; devis→facture→paiement.</a:t>
            </a:r>
          </a:p>
          <a:p>
            <a:r>
              <a:t>3. Promesse &amp; preuves : renommage, classement, FTS, Q/R.</a:t>
            </a:r>
          </a:p>
          <a:p>
            <a:r>
              <a:t>4. Territoire visuel : bureau ordonné, dossiers étiquetés.</a:t>
            </a:r>
          </a:p>
          <a:p>
            <a:r>
              <a:t>5. Identité verbale : phrases courtes, ton rassurant.</a:t>
            </a:r>
          </a:p>
          <a:p>
            <a:r>
              <a:t>6. Identité visuelle : logo plat, palette accessible.</a:t>
            </a:r>
          </a:p>
          <a:p>
            <a:r>
              <a:t>7. Déploiements : app, posts, jingle, vidéo.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Moodboard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mood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1828800" cy="1828800"/>
          </a:xfrm>
          <a:prstGeom prst="rect">
            <a:avLst/>
          </a:prstGeom>
        </p:spPr>
      </p:pic>
      <p:pic>
        <p:nvPicPr>
          <p:cNvPr id="5" name="Picture 4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828800"/>
            <a:ext cx="1828800" cy="1828800"/>
          </a:xfrm>
          <a:prstGeom prst="rect">
            <a:avLst/>
          </a:prstGeom>
        </p:spPr>
      </p:pic>
      <p:pic>
        <p:nvPicPr>
          <p:cNvPr id="6" name="Picture 5" descr="logo_mon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8288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Palette &amp; Typographies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palette_typograp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Stratégie réseaux sociaux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• LinkedIn : carrousels B2B, témoignages, pédagogie.</a:t>
            </a:r>
          </a:p>
          <a:p>
            <a:r>
              <a:t>• Shorts/TikTok : démos courtes et virales.</a:t>
            </a:r>
          </a:p>
          <a:p>
            <a:r>
              <a:t>• X (Twitter) : changelog, astuces, annonces rapides.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 LinkedIn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Hook : Facture‑finale(12).pdf ?</a:t>
            </a:r>
          </a:p>
          <a:p>
            <a:r>
              <a:t>Valeur : renommage, classement, indexation, recherche instantanée.</a:t>
            </a:r>
          </a:p>
          <a:p>
            <a:r>
              <a:t>Différenciation : local, pas de cloud, Q/R avec source.</a:t>
            </a:r>
          </a:p>
          <a:p>
            <a:r>
              <a:t>CTA : Commentez BETA.</a:t>
            </a:r>
          </a:p>
        </p:txBody>
      </p:sp>
      <p:pic>
        <p:nvPicPr>
          <p:cNvPr id="5" name="Picture 4" descr="post_linkedin_carous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828800"/>
            <a:ext cx="384048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 Shorts / TikTok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Script : Upload→renommage→classement→recherche→Q/R.</a:t>
            </a:r>
          </a:p>
          <a:p>
            <a:r>
              <a:t>Overlays : 1 clic, Recherche instantanée, Source incluse.</a:t>
            </a:r>
          </a:p>
          <a:p>
            <a:r>
              <a:t>CTA : Écris BETA.</a:t>
            </a:r>
          </a:p>
        </p:txBody>
      </p:sp>
      <p:pic>
        <p:nvPicPr>
          <p:cNvPr id="5" name="Picture 4" descr="post_short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828800"/>
            <a:ext cx="22860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 X (Twitter)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Tweet : DOCin renomme, classe, indexe en local et répond avec la source ; écris BETA pour tester.</a:t>
            </a:r>
          </a:p>
          <a:p>
            <a:r>
              <a:t>Hashtags : #Productivity #IndieBiz #NoCloud.</a:t>
            </a:r>
          </a:p>
        </p:txBody>
      </p:sp>
      <p:pic>
        <p:nvPicPr>
          <p:cNvPr id="5" name="Picture 4" descr="post_x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828800"/>
            <a:ext cx="384048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Risques &amp; filets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• OCR lent → utiliser des PDF texte.</a:t>
            </a:r>
          </a:p>
          <a:p>
            <a:r>
              <a:t>• Regex capricieuses → afficher « unknown » et permettre l’édition.</a:t>
            </a:r>
          </a:p>
          <a:p>
            <a:r>
              <a:t>• Temps court → prévoir GIF/vidéo et jingle minimal.</a:t>
            </a:r>
          </a:p>
          <a:p>
            <a:r>
              <a:t>• Accessibilité → vérifier contrastes et utiliser une pastille sous le texte.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